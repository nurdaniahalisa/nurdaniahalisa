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2" r:id="rId7"/>
    <p:sldId id="314" r:id="rId8"/>
    <p:sldId id="315" r:id="rId9"/>
    <p:sldId id="317" r:id="rId10"/>
    <p:sldId id="318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7200" dirty="0"/>
              <a:t>TASKSYNC</a:t>
            </a:r>
            <a:br>
              <a:rPr lang="en-US" dirty="0"/>
            </a:br>
            <a:r>
              <a:rPr lang="en-US" sz="2800" dirty="0">
                <a:solidFill>
                  <a:schemeClr val="tx2"/>
                </a:solidFill>
              </a:rPr>
              <a:t>DIGITAL PLATFORM FOR EFFICIENT ASSIGNMENT MONITORING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865F5-BF20-1FAB-CD25-CAD655EB9B99}"/>
              </a:ext>
            </a:extLst>
          </p:cNvPr>
          <p:cNvSpPr txBox="1"/>
          <p:nvPr/>
        </p:nvSpPr>
        <p:spPr>
          <a:xfrm>
            <a:off x="2392902" y="5509597"/>
            <a:ext cx="7406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GROUP 3:</a:t>
            </a:r>
          </a:p>
          <a:p>
            <a:r>
              <a:rPr lang="en-US" dirty="0"/>
              <a:t>HUSNA			SOFEA 		NAJIHEEN		ALYSHA		DANIA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CONTENT: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Empathy</a:t>
            </a:r>
          </a:p>
          <a:p>
            <a:r>
              <a:rPr lang="en-US" dirty="0"/>
              <a:t>Target</a:t>
            </a:r>
          </a:p>
          <a:p>
            <a:r>
              <a:rPr lang="en-US" dirty="0"/>
              <a:t>Observation</a:t>
            </a:r>
          </a:p>
          <a:p>
            <a:r>
              <a:rPr lang="en-US" dirty="0"/>
              <a:t>Problems</a:t>
            </a:r>
          </a:p>
          <a:p>
            <a:r>
              <a:rPr lang="en-US" dirty="0"/>
              <a:t>Solutions/Ideas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sz="6000" dirty="0"/>
              <a:t>EMPATHY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r>
              <a:rPr lang="en-US" sz="2800" dirty="0"/>
              <a:t>To understand users and the problem they are currently facing.</a:t>
            </a:r>
          </a:p>
          <a:p>
            <a:r>
              <a:rPr lang="en-US" sz="2800" dirty="0"/>
              <a:t>Students often are burdened w countless assignments and sometimes it is hard for them to keep the track of their assignments due date. (Busy schedule)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021" y="2162371"/>
            <a:ext cx="7827191" cy="627814"/>
          </a:xfrm>
        </p:spPr>
        <p:txBody>
          <a:bodyPr/>
          <a:lstStyle/>
          <a:p>
            <a:r>
              <a:rPr lang="en-US" sz="5400" dirty="0"/>
              <a:t>TARGET AUDIENCE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724549" y="3285496"/>
            <a:ext cx="7043618" cy="2233233"/>
          </a:xfrm>
        </p:spPr>
        <p:txBody>
          <a:bodyPr/>
          <a:lstStyle/>
          <a:p>
            <a:r>
              <a:rPr lang="en-US" dirty="0"/>
              <a:t>- Students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sz="5400" dirty="0"/>
              <a:t>Observations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2220" y="2175209"/>
            <a:ext cx="5584723" cy="372033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How student take notes about the assignment ?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Most of the UTM students only depends on the calendar in the e-learning websites.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Some of them also depends on the email when the due is approaching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There are also students that will wait for their groupmates to remind them of the due dates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sz="6000" dirty="0"/>
              <a:t>Problems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4"/>
            <a:ext cx="7718323" cy="31239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-Less effective since students need to constantly open the e-learning to access the calendar</a:t>
            </a:r>
          </a:p>
          <a:p>
            <a:pPr marL="0" indent="0">
              <a:buNone/>
            </a:pPr>
            <a:r>
              <a:rPr lang="en-US" sz="2400" dirty="0"/>
              <a:t>-The countless assignments and projects might lead student to miss or overlook due date of the assignments</a:t>
            </a:r>
          </a:p>
          <a:p>
            <a:pPr marL="0" indent="0">
              <a:buNone/>
            </a:pPr>
            <a:r>
              <a:rPr lang="en-US" sz="2400" dirty="0"/>
              <a:t>-Students can't keep track of their progress on the assignments on e-learning</a:t>
            </a:r>
          </a:p>
          <a:p>
            <a:pPr marL="0" indent="0">
              <a:buNone/>
            </a:pPr>
            <a:r>
              <a:rPr lang="en-US" sz="2400" dirty="0"/>
              <a:t>-Busy 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698165"/>
            <a:ext cx="7843837" cy="1012782"/>
          </a:xfrm>
        </p:spPr>
        <p:txBody>
          <a:bodyPr/>
          <a:lstStyle/>
          <a:p>
            <a:r>
              <a:rPr lang="en-US" sz="5400" dirty="0"/>
              <a:t>solutions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5742" y="1958165"/>
            <a:ext cx="7983794" cy="3721817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Smart Reminder: "Assignment X is due in 7 days. Have you finished your researched/.“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Tracking the progress of the assignment (in progress (%), almost done, submitted)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If it's a group assignment, include every group members, their tasks and their progresses. Also a </a:t>
            </a:r>
            <a:r>
              <a:rPr lang="en-US" dirty="0" err="1"/>
              <a:t>chatbox</a:t>
            </a:r>
            <a:r>
              <a:rPr lang="en-US" dirty="0"/>
              <a:t> specifically for the assignment (for housekeeping purposes and to ensure every member's productivity)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Priority ranking: students can label their assignments as "Urgent" , "Medium" , "Low" based on the deadlines. This way students can focus more on the prioritized assignments.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Offline mode: students can view and at the same time update their assignments progress in offline mode unlike e-learning where you need an internet to access the </a:t>
            </a:r>
            <a:r>
              <a:rPr lang="en-US" dirty="0" err="1"/>
              <a:t>calendar.e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528207"/>
            <a:ext cx="5715000" cy="2727709"/>
          </a:xfrm>
        </p:spPr>
        <p:txBody>
          <a:bodyPr/>
          <a:lstStyle/>
          <a:p>
            <a:r>
              <a:rPr lang="en-US" sz="6600" dirty="0"/>
              <a:t>Thank </a:t>
            </a:r>
            <a:br>
              <a:rPr lang="en-US" sz="6600" dirty="0"/>
            </a:br>
            <a:r>
              <a:rPr lang="en-US" sz="66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{D14E0B00-CE74-4D6B-9B20-94D696A462C7}tf78438558_win32</Template>
  <TotalTime>21</TotalTime>
  <Words>328</Words>
  <Application>Microsoft Office PowerPoint</Application>
  <PresentationFormat>Widescreen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Sabon Next LT</vt:lpstr>
      <vt:lpstr>Custom</vt:lpstr>
      <vt:lpstr>TASKSYNC DIGITAL PLATFORM FOR EFFICIENT ASSIGNMENT MONITORING</vt:lpstr>
      <vt:lpstr>CONTENT:</vt:lpstr>
      <vt:lpstr>EMPATHY</vt:lpstr>
      <vt:lpstr>TARGET AUDIENCE</vt:lpstr>
      <vt:lpstr>Observations </vt:lpstr>
      <vt:lpstr>Problems</vt:lpstr>
      <vt:lpstr>solutions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dania halisa</dc:creator>
  <cp:lastModifiedBy>dania halisa</cp:lastModifiedBy>
  <cp:revision>2</cp:revision>
  <dcterms:created xsi:type="dcterms:W3CDTF">2025-11-21T07:32:10Z</dcterms:created>
  <dcterms:modified xsi:type="dcterms:W3CDTF">2025-11-21T08:06:05Z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